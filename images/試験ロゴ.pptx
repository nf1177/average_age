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6161"/>
    <a:srgbClr val="B6B6B6"/>
    <a:srgbClr val="6FBE9D"/>
    <a:srgbClr val="F1F3F7"/>
    <a:srgbClr val="8CC170"/>
    <a:srgbClr val="D9AC50"/>
    <a:srgbClr val="905D9D"/>
    <a:srgbClr val="BF4B4C"/>
    <a:srgbClr val="657FAD"/>
    <a:srgbClr val="E2B8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B1D2E5-72DE-4077-8010-D4E9FBB25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03999"/>
            <a:ext cx="12189069" cy="1373055"/>
          </a:xfrm>
          <a:solidFill>
            <a:schemeClr val="accent1"/>
          </a:solidFill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80A57C1-2089-4BDD-BCEA-F3EB6C605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9285" y="4245951"/>
            <a:ext cx="5019783" cy="191165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ACFA3B-CB34-4D04-B5CE-E1BF1E1EF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4985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81A5AE-52F0-4821-9ED8-16C04307E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1" y="1"/>
            <a:ext cx="11976000" cy="6480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948C7D-C90F-483D-930F-34F773075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971998"/>
            <a:ext cx="11520000" cy="50400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3C99CF-E88E-4AD4-A38B-0B66CA9EC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D27CB22A-BB6C-4C2F-9176-81A4217A08AE}"/>
              </a:ext>
            </a:extLst>
          </p:cNvPr>
          <p:cNvCxnSpPr/>
          <p:nvPr userDrawn="1"/>
        </p:nvCxnSpPr>
        <p:spPr>
          <a:xfrm>
            <a:off x="0" y="659427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997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D144B1-FB1F-44B4-B850-B60435716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821854-4DEC-4CD2-AA4B-C045B60D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9D47A5-2662-4E4F-B179-E96B41257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04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125996-8F91-4B61-B4F3-DF7FEAF6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A9AB71-4DB5-4DE4-9F7E-EB47011B3E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A1504D8-FC62-4652-A05C-91DD5EAF8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E1C68E-B8F7-4B75-8D30-AE14F15EC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6699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F5E6ED-93D1-41EA-95B0-062F00915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7C5E1F0-E73F-4737-AD82-969160002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547BDFB-E8D3-4E36-BA98-248F6749F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E2CD7FB-AEEB-4548-85E5-EBBD8965D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4FEFF19-571B-44B4-8743-425BA71293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16AAF71-BFB1-44E9-8C3C-5CE36DC8E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7489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F6EAD-F6E6-4E1C-8CAB-040997961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658F2B2-0B52-430B-88D4-C83A2E64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4029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03A462A-891B-4C4D-BBE8-E4F1E7C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6450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580CAD-6041-458F-B41D-7FC76CF57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E4D3BE-1904-4378-8B02-1B3E9E193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B8D906-757F-4929-8E02-46504A3FD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CF0E98E-91B3-46A7-9633-3DAF82953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5132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71AFF6-C9FD-40D8-A036-161E716B4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2DDEF6A-9043-4F66-AE0D-D42E79AB40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89D79D1-836F-43FD-A404-564E5DAD8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A9F2BA-05BE-4F7C-A928-CBEDACF67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3594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42CCA3-60B1-4534-87A2-096C61C07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7556198-F41E-4B3E-BE19-467FDCB72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19E933-BB83-4FCD-B27B-7802A09D5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724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DB92976-0A61-4A7A-B9BE-6431078BA9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022FA43-5DF8-4457-A72A-42B4A2718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834F99-46A3-4C39-AFBC-61FCCADD4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7464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F1461FB-72DD-4BF8-82A8-228FFB722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5912908-BABE-4316-A6D3-FD7652BEE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42C12D-7E4D-4ED4-B42B-478230604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281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7009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F1CFC8C-F5FC-0F8E-3F60-B1163459D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85" y="188589"/>
            <a:ext cx="3524742" cy="5172797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C9E23DC-1F99-A31F-8C6B-20CC4B2857DB}"/>
              </a:ext>
            </a:extLst>
          </p:cNvPr>
          <p:cNvSpPr/>
          <p:nvPr/>
        </p:nvSpPr>
        <p:spPr>
          <a:xfrm>
            <a:off x="4628560" y="188589"/>
            <a:ext cx="1872000" cy="72000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IT</a:t>
            </a:r>
            <a:r>
              <a:rPr kumimoji="1" lang="ja-JP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パスポート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E5384295-9B98-992D-8F2C-19AF0A18D069}"/>
              </a:ext>
            </a:extLst>
          </p:cNvPr>
          <p:cNvSpPr/>
          <p:nvPr/>
        </p:nvSpPr>
        <p:spPr>
          <a:xfrm>
            <a:off x="4287414" y="188589"/>
            <a:ext cx="720000" cy="720000"/>
          </a:xfrm>
          <a:prstGeom prst="ellipse">
            <a:avLst/>
          </a:prstGeom>
          <a:solidFill>
            <a:srgbClr val="CFC6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IP</a:t>
            </a:r>
            <a:endParaRPr kumimoji="1" lang="ja-JP" altLang="en-US" sz="16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BF96CD6-B7FC-142C-DB7D-17957DB76E22}"/>
              </a:ext>
            </a:extLst>
          </p:cNvPr>
          <p:cNvSpPr/>
          <p:nvPr/>
        </p:nvSpPr>
        <p:spPr>
          <a:xfrm>
            <a:off x="4628560" y="1245962"/>
            <a:ext cx="1872000" cy="72000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セキュマネ</a:t>
            </a: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6848BF1F-2870-63F2-8A2D-D28A3D9FAF0B}"/>
              </a:ext>
            </a:extLst>
          </p:cNvPr>
          <p:cNvSpPr/>
          <p:nvPr/>
        </p:nvSpPr>
        <p:spPr>
          <a:xfrm>
            <a:off x="4287414" y="1245962"/>
            <a:ext cx="720000" cy="720000"/>
          </a:xfrm>
          <a:prstGeom prst="ellipse">
            <a:avLst/>
          </a:prstGeom>
          <a:solidFill>
            <a:srgbClr val="67A0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SG</a:t>
            </a:r>
            <a:endParaRPr kumimoji="1" lang="ja-JP" altLang="en-US" sz="16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101843F-E7FF-C85E-CA32-E05B0D643DE4}"/>
              </a:ext>
            </a:extLst>
          </p:cNvPr>
          <p:cNvSpPr/>
          <p:nvPr/>
        </p:nvSpPr>
        <p:spPr>
          <a:xfrm>
            <a:off x="4628560" y="2407030"/>
            <a:ext cx="1872000" cy="72000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基本情報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9047850A-5635-38EF-EB94-DF3A21E6049F}"/>
              </a:ext>
            </a:extLst>
          </p:cNvPr>
          <p:cNvSpPr/>
          <p:nvPr/>
        </p:nvSpPr>
        <p:spPr>
          <a:xfrm>
            <a:off x="4287414" y="2407030"/>
            <a:ext cx="720000" cy="720000"/>
          </a:xfrm>
          <a:prstGeom prst="ellipse">
            <a:avLst/>
          </a:prstGeom>
          <a:solidFill>
            <a:srgbClr val="C87A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FE</a:t>
            </a:r>
            <a:endParaRPr kumimoji="1" lang="ja-JP" altLang="en-US" sz="16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F997517-BDDE-06B7-4616-8DC0A6B4C9E5}"/>
              </a:ext>
            </a:extLst>
          </p:cNvPr>
          <p:cNvSpPr/>
          <p:nvPr/>
        </p:nvSpPr>
        <p:spPr>
          <a:xfrm>
            <a:off x="4628560" y="3568098"/>
            <a:ext cx="1872000" cy="72000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応用情報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A26B5A62-7246-7419-4C65-45FA47A57B35}"/>
              </a:ext>
            </a:extLst>
          </p:cNvPr>
          <p:cNvSpPr/>
          <p:nvPr/>
        </p:nvSpPr>
        <p:spPr>
          <a:xfrm>
            <a:off x="4287414" y="3568098"/>
            <a:ext cx="720000" cy="720000"/>
          </a:xfrm>
          <a:prstGeom prst="ellipse">
            <a:avLst/>
          </a:prstGeom>
          <a:solidFill>
            <a:srgbClr val="E2B8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AP</a:t>
            </a:r>
            <a:endParaRPr kumimoji="1" lang="ja-JP" altLang="en-US" sz="16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93CAEE7B-F193-5C8B-752E-959CDCB838EB}"/>
              </a:ext>
            </a:extLst>
          </p:cNvPr>
          <p:cNvSpPr/>
          <p:nvPr/>
        </p:nvSpPr>
        <p:spPr>
          <a:xfrm>
            <a:off x="4705545" y="4653752"/>
            <a:ext cx="1872000" cy="72000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IT</a:t>
            </a:r>
            <a:r>
              <a:rPr kumimoji="1" lang="ja-JP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ストラテ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399B04D8-7674-6B1E-76F4-EDF0462FC361}"/>
              </a:ext>
            </a:extLst>
          </p:cNvPr>
          <p:cNvSpPr/>
          <p:nvPr/>
        </p:nvSpPr>
        <p:spPr>
          <a:xfrm>
            <a:off x="4364399" y="4653752"/>
            <a:ext cx="720000" cy="720000"/>
          </a:xfrm>
          <a:prstGeom prst="ellipse">
            <a:avLst/>
          </a:prstGeom>
          <a:solidFill>
            <a:srgbClr val="657F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ST</a:t>
            </a:r>
            <a:endParaRPr kumimoji="1" lang="ja-JP" altLang="en-US" sz="16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FAF87310-BDA4-ACAF-C188-CD6F13D7DE96}"/>
              </a:ext>
            </a:extLst>
          </p:cNvPr>
          <p:cNvSpPr/>
          <p:nvPr/>
        </p:nvSpPr>
        <p:spPr>
          <a:xfrm>
            <a:off x="4705545" y="5612038"/>
            <a:ext cx="1872000" cy="72000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システムアーキ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F6C79574-BD97-BAAF-06EC-6F1782CB5544}"/>
              </a:ext>
            </a:extLst>
          </p:cNvPr>
          <p:cNvSpPr/>
          <p:nvPr/>
        </p:nvSpPr>
        <p:spPr>
          <a:xfrm>
            <a:off x="4364399" y="5612038"/>
            <a:ext cx="720000" cy="720000"/>
          </a:xfrm>
          <a:prstGeom prst="ellipse">
            <a:avLst/>
          </a:prstGeom>
          <a:solidFill>
            <a:srgbClr val="BF4B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SA</a:t>
            </a:r>
            <a:endParaRPr kumimoji="1" lang="ja-JP" altLang="en-US" sz="16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9EE873F7-F911-60E5-64B4-E5BE45FF2CAF}"/>
              </a:ext>
            </a:extLst>
          </p:cNvPr>
          <p:cNvSpPr/>
          <p:nvPr/>
        </p:nvSpPr>
        <p:spPr>
          <a:xfrm>
            <a:off x="1511430" y="5612038"/>
            <a:ext cx="1872000" cy="72000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支援士</a:t>
            </a: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BCE8042F-C23D-02F2-45A4-6230633CDA92}"/>
              </a:ext>
            </a:extLst>
          </p:cNvPr>
          <p:cNvSpPr/>
          <p:nvPr/>
        </p:nvSpPr>
        <p:spPr>
          <a:xfrm>
            <a:off x="1151430" y="5612038"/>
            <a:ext cx="720000" cy="720000"/>
          </a:xfrm>
          <a:prstGeom prst="ellipse">
            <a:avLst/>
          </a:prstGeom>
          <a:solidFill>
            <a:srgbClr val="3A4D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SC</a:t>
            </a:r>
            <a:endParaRPr kumimoji="1" lang="ja-JP" altLang="en-US" sz="16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429641C-F4A3-8D1C-782D-D18B7D6BAB5C}"/>
              </a:ext>
            </a:extLst>
          </p:cNvPr>
          <p:cNvSpPr/>
          <p:nvPr/>
        </p:nvSpPr>
        <p:spPr>
          <a:xfrm>
            <a:off x="8108622" y="188589"/>
            <a:ext cx="1872000" cy="72000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プロマネ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9D43BA4C-B19E-996D-561A-B826886777A0}"/>
              </a:ext>
            </a:extLst>
          </p:cNvPr>
          <p:cNvSpPr/>
          <p:nvPr/>
        </p:nvSpPr>
        <p:spPr>
          <a:xfrm>
            <a:off x="7767476" y="188589"/>
            <a:ext cx="720000" cy="720000"/>
          </a:xfrm>
          <a:prstGeom prst="ellipse">
            <a:avLst/>
          </a:prstGeom>
          <a:solidFill>
            <a:srgbClr val="905D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PM</a:t>
            </a:r>
            <a:endParaRPr kumimoji="1" lang="ja-JP" altLang="en-US" sz="16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C31AA3FB-A078-BC7C-E63E-EDAE9CF1364C}"/>
              </a:ext>
            </a:extLst>
          </p:cNvPr>
          <p:cNvSpPr/>
          <p:nvPr/>
        </p:nvSpPr>
        <p:spPr>
          <a:xfrm>
            <a:off x="8108622" y="1245962"/>
            <a:ext cx="1872000" cy="72000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NW</a:t>
            </a:r>
            <a:r>
              <a:rPr kumimoji="1" lang="ja-JP" alt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スペ</a:t>
            </a:r>
            <a:endParaRPr kumimoji="1" lang="ja-JP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32173A55-ED5B-0C27-8833-0E37D86D3030}"/>
              </a:ext>
            </a:extLst>
          </p:cNvPr>
          <p:cNvSpPr/>
          <p:nvPr/>
        </p:nvSpPr>
        <p:spPr>
          <a:xfrm>
            <a:off x="7767476" y="1245962"/>
            <a:ext cx="720000" cy="720000"/>
          </a:xfrm>
          <a:prstGeom prst="ellipse">
            <a:avLst/>
          </a:prstGeom>
          <a:solidFill>
            <a:srgbClr val="D9A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NW</a:t>
            </a:r>
            <a:endParaRPr kumimoji="1" lang="ja-JP" altLang="en-US" sz="16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9CF87735-F068-ABEF-615A-D9D895F90BD8}"/>
              </a:ext>
            </a:extLst>
          </p:cNvPr>
          <p:cNvSpPr/>
          <p:nvPr/>
        </p:nvSpPr>
        <p:spPr>
          <a:xfrm>
            <a:off x="8108622" y="2407030"/>
            <a:ext cx="1872000" cy="72000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DB</a:t>
            </a:r>
            <a:r>
              <a:rPr kumimoji="1" lang="ja-JP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スペ</a:t>
            </a: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21ED7CE8-7C61-7920-D9E4-1788510264A0}"/>
              </a:ext>
            </a:extLst>
          </p:cNvPr>
          <p:cNvSpPr/>
          <p:nvPr/>
        </p:nvSpPr>
        <p:spPr>
          <a:xfrm>
            <a:off x="7767476" y="2407030"/>
            <a:ext cx="720000" cy="720000"/>
          </a:xfrm>
          <a:prstGeom prst="ellipse">
            <a:avLst/>
          </a:prstGeom>
          <a:solidFill>
            <a:srgbClr val="8CC1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DB</a:t>
            </a:r>
            <a:endParaRPr kumimoji="1" lang="ja-JP" altLang="en-US" sz="16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70FFAE95-7CE9-80B9-DFEE-A9194195867D}"/>
              </a:ext>
            </a:extLst>
          </p:cNvPr>
          <p:cNvSpPr/>
          <p:nvPr/>
        </p:nvSpPr>
        <p:spPr>
          <a:xfrm>
            <a:off x="8108622" y="3568098"/>
            <a:ext cx="1872000" cy="72000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</a:t>
            </a:r>
            <a:r>
              <a:rPr kumimoji="1" lang="ja-JP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スペ</a:t>
            </a: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61AB0889-BB93-79E6-D52C-8D54F7A7DBFB}"/>
              </a:ext>
            </a:extLst>
          </p:cNvPr>
          <p:cNvSpPr/>
          <p:nvPr/>
        </p:nvSpPr>
        <p:spPr>
          <a:xfrm>
            <a:off x="7767476" y="3568098"/>
            <a:ext cx="720000" cy="720000"/>
          </a:xfrm>
          <a:prstGeom prst="ellipse">
            <a:avLst/>
          </a:prstGeom>
          <a:solidFill>
            <a:srgbClr val="6FB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ES</a:t>
            </a:r>
            <a:endParaRPr kumimoji="1" lang="ja-JP" altLang="en-US" sz="16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017ED88F-762D-9CC2-F363-43AED243B322}"/>
              </a:ext>
            </a:extLst>
          </p:cNvPr>
          <p:cNvSpPr/>
          <p:nvPr/>
        </p:nvSpPr>
        <p:spPr>
          <a:xfrm>
            <a:off x="8185607" y="4653752"/>
            <a:ext cx="1872000" cy="72000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IT</a:t>
            </a:r>
            <a:r>
              <a:rPr kumimoji="1" lang="ja-JP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サビマネ</a:t>
            </a: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2B4EE9AC-74EE-1A1C-D5B6-6572D77D07D0}"/>
              </a:ext>
            </a:extLst>
          </p:cNvPr>
          <p:cNvSpPr/>
          <p:nvPr/>
        </p:nvSpPr>
        <p:spPr>
          <a:xfrm>
            <a:off x="7844461" y="4653752"/>
            <a:ext cx="720000" cy="720000"/>
          </a:xfrm>
          <a:prstGeom prst="ellipse">
            <a:avLst/>
          </a:prstGeom>
          <a:solidFill>
            <a:srgbClr val="B6B6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SM</a:t>
            </a:r>
            <a:endParaRPr kumimoji="1" lang="ja-JP" altLang="en-US" sz="16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A8D42F34-B993-0140-EE9A-5DF708F835F2}"/>
              </a:ext>
            </a:extLst>
          </p:cNvPr>
          <p:cNvSpPr/>
          <p:nvPr/>
        </p:nvSpPr>
        <p:spPr>
          <a:xfrm>
            <a:off x="8185607" y="5612038"/>
            <a:ext cx="1872000" cy="72000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システム監査</a:t>
            </a: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A7B2180F-0D45-FBB4-BA04-0661E70E7522}"/>
              </a:ext>
            </a:extLst>
          </p:cNvPr>
          <p:cNvSpPr/>
          <p:nvPr/>
        </p:nvSpPr>
        <p:spPr>
          <a:xfrm>
            <a:off x="7844461" y="5612038"/>
            <a:ext cx="720000" cy="720000"/>
          </a:xfrm>
          <a:prstGeom prst="ellipse">
            <a:avLst/>
          </a:prstGeom>
          <a:solidFill>
            <a:srgbClr val="616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AU</a:t>
            </a:r>
            <a:endParaRPr kumimoji="1" lang="ja-JP" altLang="en-US" sz="16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185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963</TotalTime>
  <Words>35</Words>
  <Application>Microsoft Office PowerPoint</Application>
  <PresentationFormat>ワイド画面</PresentationFormat>
  <Paragraphs>26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Adobe Devanagari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日米比較</dc:title>
  <dc:creator>野々川勝也</dc:creator>
  <cp:lastModifiedBy>野々川勝也</cp:lastModifiedBy>
  <cp:revision>6</cp:revision>
  <dcterms:created xsi:type="dcterms:W3CDTF">2021-12-18T05:07:12Z</dcterms:created>
  <dcterms:modified xsi:type="dcterms:W3CDTF">2022-05-31T12:41:30Z</dcterms:modified>
</cp:coreProperties>
</file>